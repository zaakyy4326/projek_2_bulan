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3" r:id="rId3"/>
    <p:sldId id="257" r:id="rId4"/>
    <p:sldId id="258" r:id="rId5"/>
    <p:sldId id="262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F5298-F0D6-EEA1-7A0A-64BC19E54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Kyu’s Dessert World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A644CF-C5F3-7E71-780D-EA5FA31EA4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Website Berbasis Minigame</a:t>
            </a:r>
          </a:p>
        </p:txBody>
      </p:sp>
    </p:spTree>
    <p:extLst>
      <p:ext uri="{BB962C8B-B14F-4D97-AF65-F5344CB8AC3E}">
        <p14:creationId xmlns:p14="http://schemas.microsoft.com/office/powerpoint/2010/main" val="1006520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1B530-2B11-5A89-3394-4BE1C8704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Tujuan </a:t>
            </a:r>
            <a:r>
              <a:rPr lang="en-US" dirty="0" err="1"/>
              <a:t>Proyek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0CE15-7CE4-60E8-2F13-1643B2217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Proyek</a:t>
            </a:r>
            <a:r>
              <a:rPr lang="en-US" dirty="0"/>
              <a:t> ini </a:t>
            </a:r>
            <a:r>
              <a:rPr lang="en-US" dirty="0" err="1"/>
              <a:t>dirancang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minigame pada website Namun </a:t>
            </a:r>
            <a:r>
              <a:rPr lang="en-US" dirty="0" err="1"/>
              <a:t>memiliki</a:t>
            </a:r>
            <a:r>
              <a:rPr lang="en-US" dirty="0"/>
              <a:t> validasi </a:t>
            </a:r>
            <a:r>
              <a:rPr lang="en-US" dirty="0" err="1"/>
              <a:t>akun</a:t>
            </a:r>
            <a:r>
              <a:rPr lang="en-US" dirty="0"/>
              <a:t> dan save progress.</a:t>
            </a:r>
          </a:p>
          <a:p>
            <a:r>
              <a:rPr lang="en-US" dirty="0" err="1"/>
              <a:t>Menggunkan</a:t>
            </a:r>
            <a:r>
              <a:rPr lang="en-US" dirty="0"/>
              <a:t> konsep MVC ASP.NET,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memakai</a:t>
            </a:r>
            <a:r>
              <a:rPr lang="en-US" dirty="0"/>
              <a:t> </a:t>
            </a:r>
            <a:r>
              <a:rPr lang="en-US" dirty="0" err="1"/>
              <a:t>js</a:t>
            </a:r>
            <a:r>
              <a:rPr lang="en-US" dirty="0"/>
              <a:t> dan </a:t>
            </a:r>
            <a:r>
              <a:rPr lang="en-US" dirty="0" err="1"/>
              <a:t>css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tampilan</a:t>
            </a:r>
            <a:r>
              <a:rPr lang="en-US" dirty="0"/>
              <a:t> dan Menggunakan database </a:t>
            </a:r>
            <a:r>
              <a:rPr lang="en-US" dirty="0" err="1"/>
              <a:t>ssms</a:t>
            </a:r>
            <a:endParaRPr lang="en-US" dirty="0"/>
          </a:p>
          <a:p>
            <a:r>
              <a:rPr lang="en-US" dirty="0"/>
              <a:t>Tujuan </a:t>
            </a:r>
            <a:r>
              <a:rPr lang="en-US" dirty="0" err="1"/>
              <a:t>proyek</a:t>
            </a:r>
            <a:r>
              <a:rPr lang="en-US" dirty="0"/>
              <a:t> ini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semata-mata</a:t>
            </a:r>
            <a:r>
              <a:rPr lang="en-US" dirty="0"/>
              <a:t> hanya sebagai website </a:t>
            </a:r>
            <a:r>
              <a:rPr lang="en-US" dirty="0" err="1"/>
              <a:t>hiburan</a:t>
            </a:r>
            <a:r>
              <a:rPr lang="en-US" dirty="0"/>
              <a:t>, Namun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yang harus </a:t>
            </a:r>
            <a:r>
              <a:rPr lang="en-US" dirty="0" err="1"/>
              <a:t>dikembangkan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lanjut.</a:t>
            </a:r>
          </a:p>
        </p:txBody>
      </p:sp>
    </p:spTree>
    <p:extLst>
      <p:ext uri="{BB962C8B-B14F-4D97-AF65-F5344CB8AC3E}">
        <p14:creationId xmlns:p14="http://schemas.microsoft.com/office/powerpoint/2010/main" val="1566157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3D52-ED4E-4851-E613-B45046C95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Halaman Awal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083C7-3077-B6C0-2FBE-4DF76A6F6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Halaman awal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meminta</a:t>
            </a:r>
            <a:r>
              <a:rPr lang="en-US" dirty="0"/>
              <a:t> player/User Login atau Regis </a:t>
            </a:r>
            <a:r>
              <a:rPr lang="en-US" dirty="0" err="1"/>
              <a:t>jika</a:t>
            </a:r>
            <a:r>
              <a:rPr lang="en-US" dirty="0"/>
              <a:t> belum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akun</a:t>
            </a:r>
            <a:endParaRPr lang="en-US" dirty="0"/>
          </a:p>
          <a:p>
            <a:r>
              <a:rPr lang="en-US" dirty="0" err="1"/>
              <a:t>Registrasi</a:t>
            </a:r>
            <a:r>
              <a:rPr lang="en-US" dirty="0"/>
              <a:t> </a:t>
            </a:r>
            <a:r>
              <a:rPr lang="en-US" dirty="0" err="1"/>
              <a:t>mencakup</a:t>
            </a:r>
            <a:r>
              <a:rPr lang="en-US" dirty="0"/>
              <a:t> </a:t>
            </a:r>
            <a:r>
              <a:rPr lang="en-US" dirty="0" err="1"/>
              <a:t>gmail,username</a:t>
            </a:r>
            <a:r>
              <a:rPr lang="en-US" dirty="0"/>
              <a:t>, dan password.</a:t>
            </a:r>
          </a:p>
          <a:p>
            <a:r>
              <a:rPr lang="en-US" dirty="0" err="1"/>
              <a:t>Setelah</a:t>
            </a:r>
            <a:r>
              <a:rPr lang="en-US" dirty="0"/>
              <a:t> daftar, player login Menggunakan username yang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dibuat</a:t>
            </a:r>
            <a:endParaRPr lang="en-US" dirty="0"/>
          </a:p>
          <a:p>
            <a:r>
              <a:rPr lang="en-US" dirty="0"/>
              <a:t>Player </a:t>
            </a:r>
            <a:r>
              <a:rPr lang="en-US" dirty="0" err="1"/>
              <a:t>klik</a:t>
            </a:r>
            <a:r>
              <a:rPr lang="en-US" dirty="0"/>
              <a:t> login dan database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membaca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username dan password </a:t>
            </a:r>
            <a:r>
              <a:rPr lang="en-US" dirty="0" err="1"/>
              <a:t>sesuai</a:t>
            </a:r>
            <a:r>
              <a:rPr lang="en-US" dirty="0"/>
              <a:t> yang </a:t>
            </a:r>
            <a:r>
              <a:rPr lang="en-US" dirty="0" err="1"/>
              <a:t>ada</a:t>
            </a:r>
            <a:r>
              <a:rPr lang="en-US" dirty="0"/>
              <a:t> di database</a:t>
            </a:r>
          </a:p>
        </p:txBody>
      </p:sp>
    </p:spTree>
    <p:extLst>
      <p:ext uri="{BB962C8B-B14F-4D97-AF65-F5344CB8AC3E}">
        <p14:creationId xmlns:p14="http://schemas.microsoft.com/office/powerpoint/2010/main" val="3926889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7359A-6F4D-B009-5AE2-31DA15097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Halaman Utama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EDB2D-DA0B-DA6E-54FB-DB5DB79E1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2607496"/>
          </a:xfrm>
        </p:spPr>
        <p:txBody>
          <a:bodyPr/>
          <a:lstStyle/>
          <a:p>
            <a:r>
              <a:rPr lang="en-US" dirty="0" err="1"/>
              <a:t>Berisi</a:t>
            </a:r>
            <a:r>
              <a:rPr lang="en-US" dirty="0"/>
              <a:t> beberapa </a:t>
            </a:r>
            <a:r>
              <a:rPr lang="en-US" dirty="0" err="1"/>
              <a:t>tombol</a:t>
            </a:r>
            <a:r>
              <a:rPr lang="en-US" dirty="0"/>
              <a:t> </a:t>
            </a:r>
            <a:r>
              <a:rPr lang="en-US" dirty="0" err="1"/>
              <a:t>navigasi</a:t>
            </a:r>
            <a:r>
              <a:rPr lang="en-US" dirty="0"/>
              <a:t> :</a:t>
            </a:r>
          </a:p>
          <a:p>
            <a:pPr lvl="1"/>
            <a:r>
              <a:rPr lang="en-US" dirty="0" err="1"/>
              <a:t>Bermain</a:t>
            </a:r>
            <a:r>
              <a:rPr lang="en-US" dirty="0"/>
              <a:t> </a:t>
            </a:r>
            <a:r>
              <a:rPr lang="en-US" dirty="0" err="1"/>
              <a:t>Menjual</a:t>
            </a:r>
            <a:r>
              <a:rPr lang="en-US" dirty="0"/>
              <a:t> dessert -&gt; </a:t>
            </a:r>
            <a:r>
              <a:rPr lang="en-US" dirty="0" err="1"/>
              <a:t>mengumpulkan</a:t>
            </a:r>
            <a:r>
              <a:rPr lang="en-US" dirty="0"/>
              <a:t> </a:t>
            </a:r>
            <a:r>
              <a:rPr lang="en-US" dirty="0" err="1"/>
              <a:t>koin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membuka</a:t>
            </a:r>
            <a:r>
              <a:rPr lang="en-US" dirty="0"/>
              <a:t> </a:t>
            </a:r>
            <a:r>
              <a:rPr lang="en-US" dirty="0" err="1"/>
              <a:t>resep</a:t>
            </a:r>
            <a:r>
              <a:rPr lang="en-US" dirty="0"/>
              <a:t> baru</a:t>
            </a:r>
          </a:p>
          <a:p>
            <a:pPr lvl="1"/>
            <a:r>
              <a:rPr lang="en-US" dirty="0" err="1"/>
              <a:t>Bermain</a:t>
            </a:r>
            <a:r>
              <a:rPr lang="en-US" dirty="0"/>
              <a:t> Puzzle</a:t>
            </a:r>
          </a:p>
          <a:p>
            <a:pPr lvl="1"/>
            <a:r>
              <a:rPr lang="en-US" dirty="0" err="1"/>
              <a:t>Buku</a:t>
            </a:r>
            <a:r>
              <a:rPr lang="en-US" dirty="0"/>
              <a:t> </a:t>
            </a:r>
            <a:r>
              <a:rPr lang="en-US" dirty="0" err="1"/>
              <a:t>resep</a:t>
            </a:r>
            <a:r>
              <a:rPr lang="en-US" dirty="0"/>
              <a:t>(shop) -&gt; </a:t>
            </a:r>
            <a:r>
              <a:rPr lang="en-US" dirty="0" err="1"/>
              <a:t>Membeli</a:t>
            </a:r>
            <a:r>
              <a:rPr lang="en-US" dirty="0"/>
              <a:t> </a:t>
            </a:r>
            <a:r>
              <a:rPr lang="en-US" dirty="0" err="1"/>
              <a:t>resep</a:t>
            </a:r>
            <a:r>
              <a:rPr lang="en-US" dirty="0"/>
              <a:t> baru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koin</a:t>
            </a:r>
            <a:r>
              <a:rPr lang="en-US" dirty="0"/>
              <a:t> yang </a:t>
            </a:r>
            <a:r>
              <a:rPr lang="en-US" dirty="0" err="1"/>
              <a:t>dikumpulkan</a:t>
            </a:r>
            <a:endParaRPr lang="en-US" dirty="0"/>
          </a:p>
          <a:p>
            <a:pPr lvl="1"/>
            <a:r>
              <a:rPr lang="en-US" dirty="0" err="1"/>
              <a:t>Profil</a:t>
            </a:r>
            <a:r>
              <a:rPr lang="en-US" dirty="0"/>
              <a:t> -&gt; edit </a:t>
            </a:r>
            <a:r>
              <a:rPr lang="en-US" dirty="0" err="1"/>
              <a:t>profil</a:t>
            </a:r>
            <a:r>
              <a:rPr lang="en-US" dirty="0"/>
              <a:t> player(</a:t>
            </a:r>
            <a:r>
              <a:rPr lang="en-US" dirty="0" err="1"/>
              <a:t>foto</a:t>
            </a:r>
            <a:r>
              <a:rPr lang="en-US" dirty="0"/>
              <a:t> </a:t>
            </a:r>
            <a:r>
              <a:rPr lang="en-US" dirty="0" err="1"/>
              <a:t>profil</a:t>
            </a:r>
            <a:r>
              <a:rPr lang="en-US" dirty="0"/>
              <a:t>, username, Ganti Alamat </a:t>
            </a:r>
            <a:r>
              <a:rPr lang="en-US" dirty="0" err="1"/>
              <a:t>gmail</a:t>
            </a:r>
            <a:r>
              <a:rPr lang="en-US" dirty="0"/>
              <a:t>),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tombol</a:t>
            </a:r>
            <a:r>
              <a:rPr lang="en-US" dirty="0"/>
              <a:t> logout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EDA77F-303A-95B9-50F4-EF03E96233BC}"/>
              </a:ext>
            </a:extLst>
          </p:cNvPr>
          <p:cNvSpPr txBox="1"/>
          <p:nvPr/>
        </p:nvSpPr>
        <p:spPr>
          <a:xfrm>
            <a:off x="1295401" y="5250695"/>
            <a:ext cx="83036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Menampilkan</a:t>
            </a:r>
            <a:r>
              <a:rPr lang="en-US" sz="2400" dirty="0"/>
              <a:t> Jumlah Koin dan </a:t>
            </a:r>
            <a:r>
              <a:rPr lang="en-US" sz="2400" dirty="0" err="1"/>
              <a:t>Highscore</a:t>
            </a:r>
            <a:r>
              <a:rPr lang="en-US" sz="2400" dirty="0"/>
              <a:t> game puzzle player</a:t>
            </a:r>
          </a:p>
        </p:txBody>
      </p:sp>
    </p:spTree>
    <p:extLst>
      <p:ext uri="{BB962C8B-B14F-4D97-AF65-F5344CB8AC3E}">
        <p14:creationId xmlns:p14="http://schemas.microsoft.com/office/powerpoint/2010/main" val="2244586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CF1CD-6003-64E9-DB4C-B34168B49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Cooking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33226-A169-BEC2-172D-C06043291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Saat mulai </a:t>
            </a:r>
            <a:r>
              <a:rPr lang="en-US" dirty="0" err="1"/>
              <a:t>permainan</a:t>
            </a:r>
            <a:r>
              <a:rPr lang="en-US" dirty="0"/>
              <a:t>, player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diberikan</a:t>
            </a:r>
            <a:r>
              <a:rPr lang="en-US" dirty="0"/>
              <a:t> </a:t>
            </a:r>
            <a:r>
              <a:rPr lang="en-US" dirty="0" err="1"/>
              <a:t>arahan</a:t>
            </a:r>
            <a:r>
              <a:rPr lang="en-US" dirty="0"/>
              <a:t> atau tutorial bagaimana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memainkan</a:t>
            </a:r>
            <a:endParaRPr lang="en-US" dirty="0"/>
          </a:p>
          <a:p>
            <a:r>
              <a:rPr lang="en-US" dirty="0"/>
              <a:t>Player </a:t>
            </a:r>
            <a:r>
              <a:rPr lang="en-US" dirty="0" err="1"/>
              <a:t>meracik</a:t>
            </a:r>
            <a:r>
              <a:rPr lang="en-US" dirty="0"/>
              <a:t>, </a:t>
            </a:r>
            <a:r>
              <a:rPr lang="en-US" dirty="0" err="1"/>
              <a:t>membungkus</a:t>
            </a:r>
            <a:r>
              <a:rPr lang="en-US" dirty="0"/>
              <a:t> dessert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permintaan</a:t>
            </a:r>
            <a:r>
              <a:rPr lang="en-US" dirty="0"/>
              <a:t> pelanggan</a:t>
            </a:r>
          </a:p>
          <a:p>
            <a:r>
              <a:rPr lang="en-US" dirty="0"/>
              <a:t>Pelanggan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menunggu</a:t>
            </a:r>
            <a:r>
              <a:rPr lang="en-US" dirty="0"/>
              <a:t>.</a:t>
            </a:r>
          </a:p>
          <a:p>
            <a:r>
              <a:rPr lang="en-US" dirty="0"/>
              <a:t>Player </a:t>
            </a:r>
            <a:r>
              <a:rPr lang="en-US" dirty="0" err="1"/>
              <a:t>memiliki</a:t>
            </a:r>
            <a:r>
              <a:rPr lang="en-US" dirty="0"/>
              <a:t> Waktu </a:t>
            </a:r>
            <a:r>
              <a:rPr lang="en-US" dirty="0" err="1"/>
              <a:t>bermain</a:t>
            </a:r>
            <a:r>
              <a:rPr lang="en-US" dirty="0"/>
              <a:t> selama 300 </a:t>
            </a:r>
            <a:r>
              <a:rPr lang="en-US" dirty="0" err="1"/>
              <a:t>detik</a:t>
            </a:r>
            <a:endParaRPr lang="en-US" dirty="0"/>
          </a:p>
          <a:p>
            <a:r>
              <a:rPr lang="en-US" dirty="0" err="1"/>
              <a:t>Menyajikan</a:t>
            </a:r>
            <a:r>
              <a:rPr lang="en-US" dirty="0"/>
              <a:t> </a:t>
            </a:r>
            <a:r>
              <a:rPr lang="en-US" dirty="0" err="1"/>
              <a:t>pesanan</a:t>
            </a:r>
            <a:r>
              <a:rPr lang="en-US" dirty="0"/>
              <a:t>, dan mendapatkan </a:t>
            </a:r>
            <a:r>
              <a:rPr lang="en-US" dirty="0" err="1"/>
              <a:t>koin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18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5D878-09A3-9659-D5BA-97CA2BD0E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Halaman Menu Puzzle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55D14-7545-0948-73A4-ED7C6DEA9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Menampilkan</a:t>
            </a:r>
            <a:r>
              <a:rPr lang="en-US" dirty="0"/>
              <a:t> Top Score para player yang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didatabase</a:t>
            </a:r>
            <a:endParaRPr lang="en-US" dirty="0"/>
          </a:p>
          <a:p>
            <a:r>
              <a:rPr lang="en-US" dirty="0" err="1"/>
              <a:t>Memiliki</a:t>
            </a:r>
            <a:r>
              <a:rPr lang="en-US" dirty="0"/>
              <a:t> 3 </a:t>
            </a:r>
            <a:r>
              <a:rPr lang="en-US" dirty="0" err="1"/>
              <a:t>navigasi</a:t>
            </a:r>
            <a:r>
              <a:rPr lang="en-US" dirty="0"/>
              <a:t> </a:t>
            </a:r>
            <a:r>
              <a:rPr lang="en-US" dirty="0" err="1"/>
              <a:t>utama</a:t>
            </a:r>
            <a:r>
              <a:rPr lang="en-US" dirty="0"/>
              <a:t> :</a:t>
            </a:r>
          </a:p>
          <a:p>
            <a:pPr marL="457200" lvl="1" indent="0">
              <a:buNone/>
            </a:pPr>
            <a:r>
              <a:rPr lang="en-US" dirty="0"/>
              <a:t>- Main Klasik</a:t>
            </a:r>
          </a:p>
          <a:p>
            <a:pPr marL="457200" lvl="1" indent="0">
              <a:buNone/>
            </a:pPr>
            <a:r>
              <a:rPr lang="en-US" dirty="0"/>
              <a:t>- Main Adventure</a:t>
            </a:r>
          </a:p>
          <a:p>
            <a:pPr marL="457200" lvl="1" indent="0">
              <a:buNone/>
            </a:pPr>
            <a:r>
              <a:rPr lang="en-US" dirty="0"/>
              <a:t>- </a:t>
            </a:r>
            <a:r>
              <a:rPr lang="en-US" dirty="0" err="1"/>
              <a:t>Keluar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580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BB3B4-845F-0E82-891A-3001F7BA6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Adventure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3FDA7-E064-3D8E-D368-0E16ED37C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Menampilkan</a:t>
            </a:r>
            <a:r>
              <a:rPr lang="en-US" dirty="0"/>
              <a:t> </a:t>
            </a:r>
            <a:r>
              <a:rPr lang="en-US" dirty="0" err="1"/>
              <a:t>peta</a:t>
            </a:r>
            <a:r>
              <a:rPr lang="en-US" dirty="0"/>
              <a:t> level. </a:t>
            </a:r>
            <a:r>
              <a:rPr lang="en-US" dirty="0" err="1"/>
              <a:t>Menampilkan</a:t>
            </a:r>
            <a:r>
              <a:rPr lang="en-US" dirty="0"/>
              <a:t> </a:t>
            </a:r>
            <a:r>
              <a:rPr lang="en-US" dirty="0" err="1"/>
              <a:t>navigasi</a:t>
            </a:r>
            <a:r>
              <a:rPr lang="en-US" dirty="0"/>
              <a:t> Kembali dan </a:t>
            </a:r>
            <a:r>
              <a:rPr lang="en-US" dirty="0" err="1"/>
              <a:t>Perolehan</a:t>
            </a:r>
            <a:r>
              <a:rPr lang="en-US" dirty="0"/>
              <a:t> Bintang</a:t>
            </a:r>
          </a:p>
          <a:p>
            <a:r>
              <a:rPr lang="en-US" dirty="0" err="1"/>
              <a:t>Terdapat</a:t>
            </a:r>
            <a:r>
              <a:rPr lang="en-US" dirty="0"/>
              <a:t> level bonus dan level biasa</a:t>
            </a:r>
          </a:p>
          <a:p>
            <a:r>
              <a:rPr lang="en-US" dirty="0"/>
              <a:t>Level bonus -&gt; Level </a:t>
            </a:r>
            <a:r>
              <a:rPr lang="en-US" dirty="0" err="1"/>
              <a:t>kelipatan</a:t>
            </a:r>
            <a:r>
              <a:rPr lang="en-US" dirty="0"/>
              <a:t> 10 , </a:t>
            </a:r>
            <a:r>
              <a:rPr lang="en-US" dirty="0" err="1"/>
              <a:t>seperti</a:t>
            </a:r>
            <a:r>
              <a:rPr lang="en-US" dirty="0"/>
              <a:t> 10,20,30. Player hanya </a:t>
            </a:r>
            <a:r>
              <a:rPr lang="en-US" dirty="0" err="1"/>
              <a:t>mengumpulkan</a:t>
            </a:r>
            <a:r>
              <a:rPr lang="en-US" dirty="0"/>
              <a:t> target score yang di </a:t>
            </a:r>
            <a:r>
              <a:rPr lang="en-US" dirty="0" err="1"/>
              <a:t>tentukan</a:t>
            </a:r>
            <a:endParaRPr lang="en-US" dirty="0"/>
          </a:p>
          <a:p>
            <a:r>
              <a:rPr lang="en-US" dirty="0"/>
              <a:t>Level biasa -&gt; </a:t>
            </a:r>
            <a:r>
              <a:rPr lang="en-US" dirty="0" err="1"/>
              <a:t>selain</a:t>
            </a:r>
            <a:r>
              <a:rPr lang="en-US" dirty="0"/>
              <a:t> level bonus. Player </a:t>
            </a:r>
            <a:r>
              <a:rPr lang="en-US" dirty="0" err="1"/>
              <a:t>diberikan</a:t>
            </a:r>
            <a:r>
              <a:rPr lang="en-US" dirty="0"/>
              <a:t> target </a:t>
            </a:r>
            <a:r>
              <a:rPr lang="en-US" dirty="0" err="1"/>
              <a:t>untuk</a:t>
            </a:r>
            <a:r>
              <a:rPr lang="en-US" dirty="0"/>
              <a:t> memecahkan </a:t>
            </a:r>
            <a:r>
              <a:rPr lang="en-US" dirty="0" err="1"/>
              <a:t>balok</a:t>
            </a:r>
            <a:r>
              <a:rPr lang="en-US" dirty="0"/>
              <a:t> </a:t>
            </a:r>
            <a:r>
              <a:rPr lang="en-US" dirty="0" err="1"/>
              <a:t>tertentu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216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8EA07-2BE0-EAB3-9A5E-2CEBAD686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Clasic</a:t>
            </a:r>
            <a:r>
              <a:rPr lang="en-US" dirty="0"/>
              <a:t>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7BDE3-7059-A8B9-A231-7A9BBDD95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Player </a:t>
            </a:r>
            <a:r>
              <a:rPr lang="en-US" dirty="0" err="1"/>
              <a:t>memainkan</a:t>
            </a:r>
            <a:r>
              <a:rPr lang="en-US" dirty="0"/>
              <a:t> game dengan </a:t>
            </a:r>
            <a:r>
              <a:rPr lang="en-US" dirty="0" err="1"/>
              <a:t>santai,tanpa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target </a:t>
            </a:r>
            <a:r>
              <a:rPr lang="en-US" dirty="0" err="1"/>
              <a:t>seperti</a:t>
            </a:r>
            <a:r>
              <a:rPr lang="en-US" dirty="0"/>
              <a:t> adventure. </a:t>
            </a:r>
          </a:p>
          <a:p>
            <a:r>
              <a:rPr lang="en-US" dirty="0"/>
              <a:t>Best Score player </a:t>
            </a:r>
            <a:r>
              <a:rPr lang="en-US" dirty="0" err="1"/>
              <a:t>dicatat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progressnya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1321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56</TotalTime>
  <Words>305</Words>
  <Application>Microsoft Office PowerPoint</Application>
  <PresentationFormat>Widescreen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Garamond</vt:lpstr>
      <vt:lpstr>Organic</vt:lpstr>
      <vt:lpstr>Kyu’s Dessert World</vt:lpstr>
      <vt:lpstr>Tujuan Proyek</vt:lpstr>
      <vt:lpstr>Halaman Awal</vt:lpstr>
      <vt:lpstr>Halaman Utama</vt:lpstr>
      <vt:lpstr>Cooking Game</vt:lpstr>
      <vt:lpstr>Halaman Menu Puzzle</vt:lpstr>
      <vt:lpstr>Adventure Mode</vt:lpstr>
      <vt:lpstr>Clasic Mode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kyu zaky</dc:creator>
  <cp:lastModifiedBy>kyu zaky</cp:lastModifiedBy>
  <cp:revision>2</cp:revision>
  <dcterms:created xsi:type="dcterms:W3CDTF">2026-06-25T16:25:27Z</dcterms:created>
  <dcterms:modified xsi:type="dcterms:W3CDTF">2026-06-28T04:11:32Z</dcterms:modified>
</cp:coreProperties>
</file>